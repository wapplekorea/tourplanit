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70" r:id="rId4"/>
    <p:sldId id="267" r:id="rId5"/>
    <p:sldId id="260" r:id="rId6"/>
    <p:sldId id="268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9DBF"/>
    <a:srgbClr val="372472"/>
    <a:srgbClr val="BBBCDE"/>
    <a:srgbClr val="280A41"/>
    <a:srgbClr val="230A3A"/>
    <a:srgbClr val="401AC1"/>
    <a:srgbClr val="200D45"/>
    <a:srgbClr val="FFED97"/>
    <a:srgbClr val="0000FF"/>
    <a:srgbClr val="FF6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46070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해시태그 연계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46070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관련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46070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82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0796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27017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36544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15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1" r:id="rId3"/>
    <p:sldLayoutId id="2147483666" r:id="rId4"/>
    <p:sldLayoutId id="2147483662" r:id="rId5"/>
    <p:sldLayoutId id="2147483663" r:id="rId6"/>
    <p:sldLayoutId id="2147483664" r:id="rId7"/>
    <p:sldLayoutId id="2147483668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01AC1"/>
            </a:gs>
            <a:gs pos="100000">
              <a:srgbClr val="280A41"/>
            </a:gs>
            <a:gs pos="75000">
              <a:srgbClr val="230A3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898654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>
                          <a:solidFill>
                            <a:schemeClr val="bg1"/>
                          </a:solidFill>
                        </a:rPr>
                        <a:t>팀 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BB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378647"/>
              </p:ext>
            </p:extLst>
          </p:nvPr>
        </p:nvGraphicFramePr>
        <p:xfrm>
          <a:off x="271088" y="1065402"/>
          <a:ext cx="11649825" cy="5654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893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  <a:endParaRPr lang="en-US" altLang="ko-KR" sz="1800" b="0" baseline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지정과제형 공모전 특성 상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동일 과제를 선택한 타 팀과 서비스명 중복 가능성이 높으므로</a:t>
                      </a:r>
                      <a:endParaRPr lang="en-US" altLang="ko-KR" sz="1800" b="0" baseline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수식어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타깃 등 포함하여 </a:t>
                      </a:r>
                      <a:r>
                        <a:rPr lang="ko-KR" altLang="en-US" sz="1800" b="1" u="sng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개발 서비스만의 차별점을 나타낼 수 있는 명칭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으로 작성 요망 </a:t>
                      </a:r>
                      <a:endParaRPr lang="en-US" altLang="ko-KR" sz="1800" b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6255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>
                          <a:solidFill>
                            <a:schemeClr val="tx1"/>
                          </a:solidFill>
                          <a:latin typeface="+mn-lt"/>
                        </a:rPr>
                        <a:t>웹 서비스</a:t>
                      </a:r>
                      <a:r>
                        <a:rPr lang="en-US" altLang="ko-KR" sz="1800" b="0" baseline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>
                          <a:solidFill>
                            <a:schemeClr val="tx1"/>
                          </a:solidFill>
                          <a:latin typeface="+mn-lt"/>
                        </a:rPr>
                        <a:t>앱 서비스</a:t>
                      </a:r>
                      <a:r>
                        <a:rPr lang="en-US" altLang="ko-KR" sz="1800" b="0" baseline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SW, 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기타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1800" b="0" baseline="0">
                          <a:solidFill>
                            <a:schemeClr val="tx1"/>
                          </a:solidFill>
                          <a:latin typeface="+mn-lt"/>
                        </a:rPr>
                        <a:t>중 선택하여 작성</a:t>
                      </a:r>
                      <a:endParaRPr lang="en-US" altLang="ko-KR" sz="1800" b="0" baseline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893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 </a:t>
                      </a:r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타깃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i="0" smtClean="0">
                          <a:latin typeface="+mn-lt"/>
                        </a:rPr>
                        <a:t>개발 서비스의 주요 고객층 작성</a:t>
                      </a:r>
                      <a:endParaRPr lang="en-US" altLang="ko-KR" sz="1800" i="0" smtClean="0"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i="1" smtClean="0">
                          <a:latin typeface="+mn-lt"/>
                        </a:rPr>
                        <a:t>(</a:t>
                      </a:r>
                      <a:r>
                        <a:rPr lang="ko-KR" altLang="en-US" sz="1800" i="1" smtClean="0">
                          <a:latin typeface="+mn-lt"/>
                        </a:rPr>
                        <a:t>작성 예시</a:t>
                      </a:r>
                      <a:r>
                        <a:rPr lang="en-US" altLang="ko-KR" sz="1800" i="1" smtClean="0">
                          <a:latin typeface="+mn-lt"/>
                        </a:rPr>
                        <a:t>)</a:t>
                      </a:r>
                      <a:r>
                        <a:rPr lang="en-US" altLang="ko-KR" sz="1800" i="1" baseline="0" smtClean="0">
                          <a:latin typeface="+mn-lt"/>
                        </a:rPr>
                        <a:t> </a:t>
                      </a:r>
                      <a:r>
                        <a:rPr lang="ko-KR" altLang="en-US" sz="1800" i="1" baseline="0" smtClean="0">
                          <a:latin typeface="+mn-lt"/>
                        </a:rPr>
                        <a:t>여행 중 돌발 상황 발생으로 빠른 대안이 필요한 자유여행객 등</a:t>
                      </a:r>
                      <a:endParaRPr lang="en-US" altLang="ko-KR" sz="1800" i="1" baseline="0" smtClean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11618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>
                          <a:latin typeface="+mn-lt"/>
                        </a:rPr>
                        <a:t>서비스에 대해 </a:t>
                      </a:r>
                      <a:r>
                        <a:rPr lang="en-US" altLang="ko-KR" sz="1800">
                          <a:latin typeface="+mn-lt"/>
                        </a:rPr>
                        <a:t>1</a:t>
                      </a:r>
                      <a:r>
                        <a:rPr lang="ko-KR" altLang="en-US" sz="1800">
                          <a:latin typeface="+mn-lt"/>
                        </a:rPr>
                        <a:t>문장으로 요약하여 작성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i="1">
                          <a:latin typeface="+mn-lt"/>
                        </a:rPr>
                        <a:t>(</a:t>
                      </a:r>
                      <a:r>
                        <a:rPr lang="ko-KR" altLang="en-US" sz="1800" i="1" smtClean="0">
                          <a:latin typeface="+mn-lt"/>
                        </a:rPr>
                        <a:t>작성 예시</a:t>
                      </a:r>
                      <a:r>
                        <a:rPr lang="en-US" altLang="ko-KR" sz="1800" i="1" smtClean="0">
                          <a:latin typeface="+mn-lt"/>
                        </a:rPr>
                        <a:t>)</a:t>
                      </a:r>
                      <a:r>
                        <a:rPr lang="en-US" altLang="ko-KR" sz="1800" i="1" baseline="0" smtClean="0">
                          <a:latin typeface="+mn-lt"/>
                        </a:rPr>
                        <a:t> 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i="1" baseline="0" smtClean="0">
                          <a:latin typeface="+mn-lt"/>
                        </a:rPr>
                        <a:t>혼잡도 분석 기반 여행코스 추천 서비스</a:t>
                      </a:r>
                      <a:r>
                        <a:rPr lang="en-US" altLang="ko-KR" sz="1800" i="1" baseline="0" smtClean="0">
                          <a:latin typeface="+mn-lt"/>
                        </a:rPr>
                        <a:t>, </a:t>
                      </a:r>
                      <a:r>
                        <a:rPr lang="ko-KR" altLang="en-US" sz="1800" i="1" baseline="0" err="1" smtClean="0">
                          <a:latin typeface="+mn-lt"/>
                        </a:rPr>
                        <a:t>관광약자를</a:t>
                      </a:r>
                      <a:r>
                        <a:rPr lang="ko-KR" altLang="en-US" sz="1800" i="1" baseline="0" smtClean="0">
                          <a:latin typeface="+mn-lt"/>
                        </a:rPr>
                        <a:t> 위한 </a:t>
                      </a:r>
                      <a:r>
                        <a:rPr lang="ko-KR" altLang="en-US" sz="1800" i="1" baseline="0" err="1" smtClean="0">
                          <a:latin typeface="+mn-lt"/>
                        </a:rPr>
                        <a:t>무장애</a:t>
                      </a:r>
                      <a:r>
                        <a:rPr lang="ko-KR" altLang="en-US" sz="1800" i="1" baseline="0" smtClean="0">
                          <a:latin typeface="+mn-lt"/>
                        </a:rPr>
                        <a:t> 관광 정보 제공 서비스</a:t>
                      </a:r>
                      <a:r>
                        <a:rPr lang="en-US" altLang="ko-KR" sz="1800" i="1" baseline="0" smtClean="0">
                          <a:latin typeface="+mn-lt"/>
                        </a:rPr>
                        <a:t> </a:t>
                      </a:r>
                      <a:r>
                        <a:rPr lang="ko-KR" altLang="en-US" sz="1800" i="1" baseline="0" smtClean="0">
                          <a:latin typeface="+mn-lt"/>
                        </a:rPr>
                        <a:t>등</a:t>
                      </a:r>
                      <a:endParaRPr lang="ko-KR" altLang="en-US" sz="1800" i="1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164922"/>
                  </a:ext>
                </a:extLst>
              </a:tr>
              <a:tr h="11618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선택 </a:t>
                      </a:r>
                      <a:r>
                        <a:rPr lang="ko-KR" altLang="en-US" b="1" err="1" smtClean="0">
                          <a:solidFill>
                            <a:schemeClr val="bg1"/>
                          </a:solidFill>
                        </a:rPr>
                        <a:t>지정과제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baseline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baseline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선택한 </a:t>
                      </a:r>
                      <a:r>
                        <a:rPr lang="ko-KR" altLang="en-US" sz="1800" b="0" baseline="0" err="1" smtClean="0">
                          <a:solidFill>
                            <a:schemeClr val="tx1"/>
                          </a:solidFill>
                          <a:latin typeface="+mn-lt"/>
                        </a:rPr>
                        <a:t>지정과제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번호 작성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baseline="0" err="1" smtClean="0">
                          <a:solidFill>
                            <a:schemeClr val="tx1"/>
                          </a:solidFill>
                          <a:latin typeface="+mn-lt"/>
                        </a:rPr>
                        <a:t>지정과제는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800" b="1" u="sng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1800" b="1" u="sng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개만 선택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가능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err="1" smtClean="0">
                          <a:solidFill>
                            <a:schemeClr val="tx1"/>
                          </a:solidFill>
                          <a:latin typeface="+mn-lt"/>
                        </a:rPr>
                        <a:t>과제번호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혼동으로 인한 불이익은 지원자 </a:t>
                      </a:r>
                      <a:r>
                        <a:rPr lang="ko-KR" altLang="en-US" sz="1800" b="0" baseline="0" err="1" smtClean="0">
                          <a:solidFill>
                            <a:schemeClr val="tx1"/>
                          </a:solidFill>
                          <a:latin typeface="+mn-lt"/>
                        </a:rPr>
                        <a:t>책임이오니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과제 목록 확인 후 정확히 기재 요망</a:t>
                      </a:r>
                      <a:endParaRPr lang="en-US" altLang="ko-KR" sz="1800" b="0" baseline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1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i="1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작성 예시</a:t>
                      </a:r>
                      <a:r>
                        <a:rPr lang="en-US" altLang="ko-KR" sz="1800" b="0" i="1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) </a:t>
                      </a:r>
                      <a:r>
                        <a:rPr lang="ko-KR" altLang="en-US" sz="1800" b="0" i="1" baseline="0" err="1" smtClean="0">
                          <a:solidFill>
                            <a:schemeClr val="tx1"/>
                          </a:solidFill>
                          <a:latin typeface="+mn-lt"/>
                        </a:rPr>
                        <a:t>과제번호</a:t>
                      </a:r>
                      <a:r>
                        <a:rPr lang="ko-KR" altLang="en-US" sz="1800" b="0" i="1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en-US" altLang="ko-KR" sz="1800" b="0" i="1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1800" b="0" i="1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번</a:t>
                      </a:r>
                      <a:endParaRPr lang="en-US" altLang="ko-KR" sz="1800" b="0" i="1" baseline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  <a:tr h="8085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err="1" smtClean="0">
                          <a:solidFill>
                            <a:schemeClr val="bg1"/>
                          </a:solidFill>
                        </a:rPr>
                        <a:t>지정과제</a:t>
                      </a:r>
                      <a:endParaRPr lang="en-US" altLang="ko-KR" sz="1800" b="1" baseline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baseline="0" smtClean="0">
                          <a:solidFill>
                            <a:schemeClr val="bg1"/>
                          </a:solidFill>
                        </a:rPr>
                        <a:t>선택</a:t>
                      </a:r>
                      <a:r>
                        <a:rPr lang="en-US" altLang="ko-KR" sz="1800" b="1" baseline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800" b="1" baseline="0" smtClean="0">
                          <a:solidFill>
                            <a:schemeClr val="bg1"/>
                          </a:solidFill>
                        </a:rPr>
                        <a:t>이유</a:t>
                      </a:r>
                      <a:endParaRPr lang="ko-KR" altLang="en-US" sz="1800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err="1" smtClean="0">
                          <a:solidFill>
                            <a:schemeClr val="tx1"/>
                          </a:solidFill>
                          <a:latin typeface="+mn-lt"/>
                        </a:rPr>
                        <a:t>지정과제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선택 이유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문제 중요성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해결 필요성 인식 등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에 대해 간략하게 작성</a:t>
                      </a:r>
                      <a:endParaRPr lang="ko-KR" altLang="en-US" sz="1800" b="0" i="1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33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248600"/>
              </p:ext>
            </p:extLst>
          </p:nvPr>
        </p:nvGraphicFramePr>
        <p:xfrm>
          <a:off x="271088" y="1065401"/>
          <a:ext cx="11649825" cy="557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7851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baseline="0" dirty="0" err="1" smtClean="0">
                          <a:solidFill>
                            <a:schemeClr val="bg1"/>
                          </a:solidFill>
                        </a:rPr>
                        <a:t>지정과제</a:t>
                      </a:r>
                      <a:r>
                        <a:rPr lang="ko-KR" altLang="en-US" b="1" baseline="0" dirty="0" smtClean="0">
                          <a:solidFill>
                            <a:schemeClr val="bg1"/>
                          </a:solidFill>
                        </a:rPr>
                        <a:t> 기반</a:t>
                      </a:r>
                      <a:endParaRPr lang="en-US" altLang="ko-KR" b="1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baseline="0" dirty="0" smtClean="0">
                          <a:solidFill>
                            <a:schemeClr val="bg1"/>
                          </a:solidFill>
                        </a:rPr>
                        <a:t>서비스 기획 방향</a:t>
                      </a:r>
                      <a:endParaRPr lang="en-US" altLang="ko-KR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선택한 </a:t>
                      </a:r>
                      <a:r>
                        <a:rPr lang="ko-KR" altLang="en-US" sz="1800" b="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지정과제를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해결하기 위한 서비스의 기획 방향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컨셉 및 해결 논리에 대해 작성</a:t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785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목록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지정과제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해결을 위해 추출한 해시태그를 </a:t>
                      </a:r>
                      <a:r>
                        <a:rPr lang="ko-KR" altLang="en-US" sz="1800" b="1" u="sng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모두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작성하며</a:t>
                      </a:r>
                      <a:r>
                        <a:rPr lang="en-US" altLang="ko-KR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해시태그별</a:t>
                      </a:r>
                      <a:r>
                        <a:rPr lang="ko-KR" altLang="en-US" sz="1800" b="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연계 핵심 기능 및 상세내용은 다음 슬라이드에 작성</a:t>
                      </a:r>
                      <a:endParaRPr lang="en-US" altLang="ko-KR" sz="1800" b="0" baseline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작성 예시</a:t>
                      </a:r>
                      <a:r>
                        <a:rPr lang="en-US" altLang="ko-KR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) #</a:t>
                      </a:r>
                      <a:r>
                        <a:rPr lang="ko-KR" altLang="en-US" sz="1800" b="0" i="1" baseline="0" dirty="0" err="1" smtClean="0">
                          <a:solidFill>
                            <a:schemeClr val="tx1"/>
                          </a:solidFill>
                          <a:latin typeface="+mn-lt"/>
                        </a:rPr>
                        <a:t>초개인화</a:t>
                      </a:r>
                      <a:r>
                        <a:rPr lang="en-US" altLang="ko-KR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, #</a:t>
                      </a:r>
                      <a:r>
                        <a:rPr lang="ko-KR" altLang="en-US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실시간</a:t>
                      </a:r>
                      <a:endParaRPr lang="ko-KR" altLang="en-US" sz="18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83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8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217558"/>
              </p:ext>
            </p:extLst>
          </p:nvPr>
        </p:nvGraphicFramePr>
        <p:xfrm>
          <a:off x="180961" y="1551963"/>
          <a:ext cx="11830079" cy="4993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19">
                  <a:extLst>
                    <a:ext uri="{9D8B030D-6E8A-4147-A177-3AD203B41FA5}">
                      <a16:colId xmlns:a16="http://schemas.microsoft.com/office/drawing/2014/main" val="95366056"/>
                    </a:ext>
                  </a:extLst>
                </a:gridCol>
                <a:gridCol w="2620520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6638940">
                  <a:extLst>
                    <a:ext uri="{9D8B030D-6E8A-4147-A177-3AD203B41FA5}">
                      <a16:colId xmlns:a16="http://schemas.microsoft.com/office/drawing/2014/main" val="2514411670"/>
                    </a:ext>
                  </a:extLst>
                </a:gridCol>
              </a:tblGrid>
              <a:tr h="4502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mtClean="0">
                          <a:solidFill>
                            <a:schemeClr val="bg1"/>
                          </a:solidFill>
                        </a:rPr>
                        <a:t>연계 기능</a:t>
                      </a:r>
                      <a:endParaRPr lang="ko-KR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baseline="0" smtClean="0">
                          <a:solidFill>
                            <a:schemeClr val="bg1"/>
                          </a:solidFill>
                        </a:rPr>
                        <a:t>연계 상세 내용</a:t>
                      </a:r>
                      <a:endParaRPr lang="ko-KR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45434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baseline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smtClean="0">
                          <a:solidFill>
                            <a:srgbClr val="FF0000"/>
                          </a:solidFill>
                          <a:latin typeface="+mn-lt"/>
                        </a:rPr>
                        <a:t>삭제 후 해시태그 작성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i="1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0" i="1" smtClean="0">
                          <a:solidFill>
                            <a:schemeClr val="tx1"/>
                          </a:solidFill>
                        </a:rPr>
                        <a:t>작성 예시</a:t>
                      </a:r>
                      <a:r>
                        <a:rPr lang="en-US" altLang="ko-KR" b="0" i="1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altLang="ko-KR" b="0" i="1" baseline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b="0" i="1" smtClean="0">
                          <a:solidFill>
                            <a:schemeClr val="tx1"/>
                          </a:solidFill>
                        </a:rPr>
                        <a:t>#</a:t>
                      </a:r>
                      <a:r>
                        <a:rPr lang="ko-KR" altLang="en-US" b="0" i="1" err="1" smtClean="0">
                          <a:solidFill>
                            <a:schemeClr val="tx1"/>
                          </a:solidFill>
                        </a:rPr>
                        <a:t>초개인화</a:t>
                      </a:r>
                      <a:endParaRPr lang="ko-KR" altLang="en-US" b="0" i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baseline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</a:t>
                      </a:r>
                      <a:r>
                        <a:rPr lang="en-US" altLang="ko-KR" sz="1800" b="0" baseline="0" smtClean="0">
                          <a:solidFill>
                            <a:srgbClr val="FF0000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1800" b="0" baseline="0" smtClean="0">
                          <a:solidFill>
                            <a:srgbClr val="FF0000"/>
                          </a:solidFill>
                          <a:latin typeface="+mn-lt"/>
                        </a:rPr>
                        <a:t>문구 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smtClean="0">
                          <a:solidFill>
                            <a:srgbClr val="FF0000"/>
                          </a:solidFill>
                          <a:latin typeface="+mn-lt"/>
                        </a:rPr>
                        <a:t>삭제 후 내용 작성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smtClean="0">
                          <a:solidFill>
                            <a:schemeClr val="tx1"/>
                          </a:solidFill>
                          <a:latin typeface="+mn-lt"/>
                        </a:rPr>
                        <a:t>해시태그 연계 </a:t>
                      </a:r>
                      <a:endParaRPr lang="en-US" altLang="ko-KR" sz="1800" b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smtClean="0">
                          <a:solidFill>
                            <a:schemeClr val="tx1"/>
                          </a:solidFill>
                          <a:latin typeface="+mn-lt"/>
                        </a:rPr>
                        <a:t>핵심 기능에 대해 </a:t>
                      </a:r>
                      <a:endParaRPr lang="en-US" altLang="ko-KR" sz="1800" b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err="1" smtClean="0">
                          <a:solidFill>
                            <a:schemeClr val="tx1"/>
                          </a:solidFill>
                          <a:latin typeface="+mn-lt"/>
                        </a:rPr>
                        <a:t>목록형으로</a:t>
                      </a:r>
                      <a:r>
                        <a:rPr lang="ko-KR" altLang="en-US" sz="1800" b="0" smtClean="0">
                          <a:solidFill>
                            <a:schemeClr val="tx1"/>
                          </a:solidFill>
                          <a:latin typeface="+mn-lt"/>
                        </a:rPr>
                        <a:t> 작성</a:t>
                      </a:r>
                      <a:endParaRPr lang="en-US" altLang="ko-KR" sz="1800" b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1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i="1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작성 예시</a:t>
                      </a:r>
                      <a:r>
                        <a:rPr lang="en-US" altLang="ko-KR" sz="1800" b="0" i="1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1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사용자 성향 및 여행 </a:t>
                      </a:r>
                      <a:endParaRPr lang="en-US" altLang="ko-KR" sz="1800" b="0" i="1" baseline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1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맥락 맞춤형 동선 </a:t>
                      </a:r>
                      <a:endParaRPr lang="en-US" altLang="ko-KR" sz="1800" b="0" i="1" baseline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1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추천 기능</a:t>
                      </a:r>
                      <a:endParaRPr lang="en-US" altLang="ko-KR" sz="1800" b="0" i="1" baseline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baseline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baseline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</a:t>
                      </a:r>
                      <a:r>
                        <a:rPr lang="en-US" altLang="ko-KR" sz="1800" b="0" baseline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1800" b="0" baseline="0" dirty="0" smtClean="0">
                          <a:solidFill>
                            <a:srgbClr val="FF0000"/>
                          </a:solidFill>
                          <a:latin typeface="+mn-lt"/>
                        </a:rPr>
                        <a:t>문구 삭제 후 내용 작성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해시태그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ko-KR" altLang="en-US" dirty="0" smtClean="0"/>
                        <a:t>연계 서비스 핵심 기능에 대한 상세 내용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ko-KR" altLang="en-US" dirty="0" smtClean="0"/>
                        <a:t>작성</a:t>
                      </a:r>
                      <a:endParaRPr lang="en-US" altLang="ko-KR" dirty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작성 예시</a:t>
                      </a:r>
                      <a:r>
                        <a:rPr lang="en-US" altLang="ko-KR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사용자의 이동수단</a:t>
                      </a:r>
                      <a:r>
                        <a:rPr lang="en-US" altLang="ko-KR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도보</a:t>
                      </a:r>
                      <a:r>
                        <a:rPr lang="en-US" altLang="ko-KR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차량</a:t>
                      </a:r>
                      <a:r>
                        <a:rPr lang="en-US" altLang="ko-KR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), </a:t>
                      </a:r>
                      <a:r>
                        <a:rPr lang="ko-KR" altLang="en-US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동행자 유형</a:t>
                      </a:r>
                      <a:r>
                        <a:rPr lang="en-US" altLang="ko-KR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아이 동반</a:t>
                      </a:r>
                      <a:r>
                        <a:rPr lang="en-US" altLang="ko-KR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연인 등</a:t>
                      </a:r>
                      <a:r>
                        <a:rPr lang="en-US" altLang="ko-KR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), </a:t>
                      </a:r>
                      <a:r>
                        <a:rPr lang="ko-KR" altLang="en-US" sz="1800" b="0" i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선호 여행 스타일 데이터를 기반으로 상황 발생 시 최적의 대안 코스 우선순위 자동 추천 기능 구현 </a:t>
                      </a:r>
                      <a:endParaRPr lang="en-US" altLang="ko-KR" sz="1800" b="0" i="1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74567" y="3807660"/>
            <a:ext cx="11853949" cy="2335876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‘</a:t>
            </a:r>
            <a:r>
              <a:rPr lang="ko-KR" altLang="en-US" smtClean="0"/>
              <a:t>해시태그 목록</a:t>
            </a:r>
            <a:r>
              <a:rPr lang="en-US" altLang="ko-KR" smtClean="0"/>
              <a:t>’</a:t>
            </a:r>
            <a:r>
              <a:rPr lang="ko-KR" altLang="en-US" smtClean="0"/>
              <a:t>에서 작성한 </a:t>
            </a:r>
            <a:r>
              <a:rPr lang="ko-KR" altLang="en-US" b="1" u="sng" smtClean="0"/>
              <a:t>모든</a:t>
            </a:r>
            <a:r>
              <a:rPr lang="ko-KR" altLang="en-US" smtClean="0"/>
              <a:t> 해시태그에 대해서 내용 작성</a:t>
            </a:r>
            <a:endParaRPr lang="en-US" altLang="ko-KR" smtClean="0"/>
          </a:p>
          <a:p>
            <a:pPr algn="ctr"/>
            <a:r>
              <a:rPr lang="ko-KR" altLang="en-US" smtClean="0"/>
              <a:t>필요 </a:t>
            </a:r>
            <a:r>
              <a:rPr lang="ko-KR" altLang="en-US"/>
              <a:t>시</a:t>
            </a:r>
            <a:r>
              <a:rPr lang="en-US" altLang="ko-KR"/>
              <a:t> </a:t>
            </a:r>
            <a:r>
              <a:rPr lang="ko-KR" altLang="en-US"/>
              <a:t>페이지 복사</a:t>
            </a:r>
            <a:r>
              <a:rPr lang="en-US" altLang="ko-KR"/>
              <a:t>*</a:t>
            </a:r>
            <a:r>
              <a:rPr lang="ko-KR" altLang="en-US"/>
              <a:t>하여 추가 작성</a:t>
            </a:r>
            <a:endParaRPr lang="en-US" altLang="ko-KR"/>
          </a:p>
          <a:p>
            <a:pPr algn="ctr"/>
            <a:r>
              <a:rPr lang="en-US" altLang="ko-KR"/>
              <a:t>* </a:t>
            </a:r>
            <a:r>
              <a:rPr lang="ko-KR" altLang="en-US"/>
              <a:t>좌측 슬라이드 목록에서 복사할 슬라이드 선택 </a:t>
            </a:r>
            <a:r>
              <a:rPr lang="en-US" altLang="ko-KR"/>
              <a:t>&gt; </a:t>
            </a:r>
            <a:r>
              <a:rPr lang="en-US" altLang="ko-KR" err="1"/>
              <a:t>ctrl+D</a:t>
            </a:r>
            <a:endParaRPr lang="en-US" altLang="ko-KR"/>
          </a:p>
          <a:p>
            <a:pPr algn="ctr"/>
            <a:endParaRPr lang="en-US" altLang="ko-KR"/>
          </a:p>
          <a:p>
            <a:pPr algn="ctr"/>
            <a:r>
              <a:rPr lang="en-US" altLang="ko-KR">
                <a:solidFill>
                  <a:srgbClr val="FF0000"/>
                </a:solidFill>
              </a:rPr>
              <a:t>※ </a:t>
            </a:r>
            <a:r>
              <a:rPr lang="ko-KR" altLang="en-US">
                <a:solidFill>
                  <a:srgbClr val="FF0000"/>
                </a:solidFill>
              </a:rPr>
              <a:t>내용 확인 후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본 가이드 박스는 삭제한 후 </a:t>
            </a:r>
            <a:r>
              <a:rPr lang="en-US" altLang="ko-KR">
                <a:solidFill>
                  <a:srgbClr val="FF0000"/>
                </a:solidFill>
              </a:rPr>
              <a:t>PPT </a:t>
            </a:r>
            <a:r>
              <a:rPr lang="ko-KR" altLang="en-US">
                <a:solidFill>
                  <a:srgbClr val="FF0000"/>
                </a:solidFill>
              </a:rPr>
              <a:t>작성</a:t>
            </a:r>
            <a:endParaRPr lang="en-US" altLang="ko-KR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4567" y="1101012"/>
            <a:ext cx="3382365" cy="307777"/>
          </a:xfrm>
          <a:prstGeom prst="rect">
            <a:avLst/>
          </a:prstGeom>
          <a:solidFill>
            <a:srgbClr val="37247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해시태그 연계 핵심기능 및 상세내용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8369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2824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이미지 첨부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0">
                          <a:solidFill>
                            <a:schemeClr val="tx1"/>
                          </a:solidFill>
                        </a:rPr>
                        <a:t>서비스 캡쳐 화면 첨부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166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>
                          <a:solidFill>
                            <a:schemeClr val="tx1"/>
                          </a:solidFill>
                        </a:rPr>
                        <a:t>ex)</a:t>
                      </a:r>
                      <a:r>
                        <a:rPr lang="en-US" altLang="ko-KR" b="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baseline="0">
                          <a:solidFill>
                            <a:schemeClr val="tx1"/>
                          </a:solidFill>
                        </a:rPr>
                        <a:t>서비스 메인화면에서 </a:t>
                      </a:r>
                      <a:r>
                        <a:rPr lang="ko-KR" altLang="en-US" b="0" baseline="0" err="1">
                          <a:solidFill>
                            <a:schemeClr val="tx1"/>
                          </a:solidFill>
                        </a:rPr>
                        <a:t>관광지명을</a:t>
                      </a:r>
                      <a:r>
                        <a:rPr lang="ko-KR" altLang="en-US" b="0" baseline="0">
                          <a:solidFill>
                            <a:schemeClr val="tx1"/>
                          </a:solidFill>
                        </a:rPr>
                        <a:t> 입력한다</a:t>
                      </a:r>
                      <a:r>
                        <a:rPr lang="en-US" altLang="ko-KR" b="0" baseline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※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>본 가이드 문구 삭제 후 내용 작성 </a:t>
                      </a:r>
                      <a:r>
                        <a:rPr lang="en-US" altLang="ko-KR" b="0" i="1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0" i="1" dirty="0" smtClean="0">
                          <a:solidFill>
                            <a:schemeClr val="tx1"/>
                          </a:solidFill>
                        </a:rPr>
                        <a:t>작성 예시</a:t>
                      </a:r>
                      <a:r>
                        <a:rPr lang="en-US" altLang="ko-KR" b="0" i="1" dirty="0" smtClean="0">
                          <a:solidFill>
                            <a:schemeClr val="tx1"/>
                          </a:solidFill>
                        </a:rPr>
                        <a:t>) #</a:t>
                      </a:r>
                      <a:r>
                        <a:rPr lang="ko-KR" altLang="en-US" b="0" i="1" dirty="0" err="1" smtClean="0">
                          <a:solidFill>
                            <a:schemeClr val="tx1"/>
                          </a:solidFill>
                        </a:rPr>
                        <a:t>초개인화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 smtClean="0">
                          <a:solidFill>
                            <a:srgbClr val="FF0000"/>
                          </a:solidFill>
                        </a:rPr>
                        <a:t>※</a:t>
                      </a:r>
                      <a:r>
                        <a:rPr lang="ko-KR" altLang="en-US" b="0" dirty="0" smtClean="0">
                          <a:solidFill>
                            <a:srgbClr val="FF0000"/>
                          </a:solidFill>
                        </a:rPr>
                        <a:t>본 가이드 문구 삭제 후 내용 작성 </a:t>
                      </a:r>
                      <a:r>
                        <a:rPr lang="en-US" altLang="ko-KR" b="0" i="1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0" i="1" dirty="0" smtClean="0">
                          <a:solidFill>
                            <a:schemeClr val="tx1"/>
                          </a:solidFill>
                        </a:rPr>
                        <a:t>작성 예시</a:t>
                      </a:r>
                      <a:r>
                        <a:rPr lang="en-US" altLang="ko-KR" b="0" i="1" dirty="0" smtClean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b="0" i="1" dirty="0" smtClean="0">
                          <a:solidFill>
                            <a:schemeClr val="tx1"/>
                          </a:solidFill>
                        </a:rPr>
                        <a:t>개인 취향 맞춤형 여행 코스 추천 기능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FF0000"/>
                          </a:solidFill>
                        </a:rPr>
                        <a:t>※</a:t>
                      </a:r>
                      <a:r>
                        <a:rPr lang="ko-KR" altLang="en-US" b="0" dirty="0">
                          <a:solidFill>
                            <a:srgbClr val="FF0000"/>
                          </a:solidFill>
                        </a:rPr>
                        <a:t>본 가이드 문구 삭제 후 내용 작성 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i="1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0" i="1" dirty="0" smtClean="0">
                          <a:solidFill>
                            <a:schemeClr val="tx1"/>
                          </a:solidFill>
                        </a:rPr>
                        <a:t>작성 예시</a:t>
                      </a:r>
                      <a:r>
                        <a:rPr lang="en-US" altLang="ko-KR" b="0" i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altLang="ko-KR" b="0" i="1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i="1" baseline="0" dirty="0" smtClean="0">
                          <a:solidFill>
                            <a:schemeClr val="tx1"/>
                          </a:solidFill>
                        </a:rPr>
                        <a:t>개인 취향에 맞는 여행 코스를 추천해주는 기능입니다</a:t>
                      </a:r>
                      <a:r>
                        <a:rPr lang="en-US" altLang="ko-KR" b="0" i="1" baseline="0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altLang="ko-KR" sz="1800" b="0" i="1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302952" y="3169831"/>
            <a:ext cx="11426308" cy="2335876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해시태그 연계 서비스 핵심 </a:t>
            </a:r>
            <a:r>
              <a:rPr lang="ko-KR" altLang="en-US"/>
              <a:t>기능 </a:t>
            </a:r>
            <a:r>
              <a:rPr lang="ko-KR" altLang="en-US" smtClean="0"/>
              <a:t>작성</a:t>
            </a:r>
            <a:r>
              <a:rPr lang="en-US" altLang="ko-KR" smtClean="0"/>
              <a:t>,</a:t>
            </a:r>
            <a:endParaRPr lang="en-US" altLang="ko-KR"/>
          </a:p>
          <a:p>
            <a:pPr algn="ctr"/>
            <a:r>
              <a:rPr lang="ko-KR" altLang="en-US"/>
              <a:t>필요 시</a:t>
            </a:r>
            <a:r>
              <a:rPr lang="en-US" altLang="ko-KR"/>
              <a:t> </a:t>
            </a:r>
            <a:r>
              <a:rPr lang="ko-KR" altLang="en-US"/>
              <a:t>페이지 복사</a:t>
            </a:r>
            <a:r>
              <a:rPr lang="en-US" altLang="ko-KR"/>
              <a:t>*</a:t>
            </a:r>
            <a:r>
              <a:rPr lang="ko-KR" altLang="en-US"/>
              <a:t>하여 추가 작성</a:t>
            </a:r>
            <a:endParaRPr lang="en-US" altLang="ko-KR"/>
          </a:p>
          <a:p>
            <a:pPr algn="ctr"/>
            <a:r>
              <a:rPr lang="en-US" altLang="ko-KR"/>
              <a:t>* </a:t>
            </a:r>
            <a:r>
              <a:rPr lang="ko-KR" altLang="en-US"/>
              <a:t>좌측 슬라이드 목록에서 복사할 슬라이드 선택 </a:t>
            </a:r>
            <a:r>
              <a:rPr lang="en-US" altLang="ko-KR"/>
              <a:t>&gt; </a:t>
            </a:r>
            <a:r>
              <a:rPr lang="en-US" altLang="ko-KR" err="1"/>
              <a:t>ctrl+D</a:t>
            </a:r>
            <a:endParaRPr lang="en-US" altLang="ko-KR"/>
          </a:p>
          <a:p>
            <a:pPr algn="ctr"/>
            <a:endParaRPr lang="en-US" altLang="ko-KR"/>
          </a:p>
          <a:p>
            <a:pPr algn="ctr"/>
            <a:r>
              <a:rPr lang="en-US" altLang="ko-KR">
                <a:solidFill>
                  <a:srgbClr val="FF0000"/>
                </a:solidFill>
              </a:rPr>
              <a:t>※ </a:t>
            </a:r>
            <a:r>
              <a:rPr lang="ko-KR" altLang="en-US">
                <a:solidFill>
                  <a:srgbClr val="FF0000"/>
                </a:solidFill>
              </a:rPr>
              <a:t>내용 확인 후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본 가이드 박스는 삭제한 후 </a:t>
            </a:r>
            <a:r>
              <a:rPr lang="en-US" altLang="ko-KR">
                <a:solidFill>
                  <a:srgbClr val="FF0000"/>
                </a:solidFill>
              </a:rPr>
              <a:t>PPT </a:t>
            </a:r>
            <a:r>
              <a:rPr lang="ko-KR" altLang="en-US">
                <a:solidFill>
                  <a:srgbClr val="FF0000"/>
                </a:solidFill>
              </a:rPr>
              <a:t>작성</a:t>
            </a:r>
            <a:endParaRPr lang="en-US" altLang="ko-K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162552"/>
              </p:ext>
            </p:extLst>
          </p:nvPr>
        </p:nvGraphicFramePr>
        <p:xfrm>
          <a:off x="271088" y="1065401"/>
          <a:ext cx="11649825" cy="557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785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err="1" smtClean="0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이미지 첨부</a:t>
                      </a:r>
                      <a:endParaRPr lang="en-US" altLang="ko-KR" sz="1800" b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웹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앱 로고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 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또는 대표 이미지 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개 첨부</a:t>
                      </a:r>
                      <a:endParaRPr lang="ko-KR" altLang="en-US" sz="1800" b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785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smtClean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 smtClean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이미지 첨부</a:t>
                      </a:r>
                      <a:endParaRPr lang="en-US" altLang="ko-KR" sz="1800" b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서비스 주요 화면 이미지 </a:t>
                      </a:r>
                      <a:r>
                        <a:rPr lang="en-US" altLang="ko-KR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3~5</a:t>
                      </a:r>
                      <a:r>
                        <a:rPr lang="ko-KR" altLang="en-US" sz="1800" b="0" baseline="0" smtClean="0">
                          <a:solidFill>
                            <a:schemeClr val="tx1"/>
                          </a:solidFill>
                          <a:latin typeface="+mn-lt"/>
                        </a:rPr>
                        <a:t>개 첨부</a:t>
                      </a:r>
                      <a:endParaRPr lang="ko-KR" altLang="en-US" sz="1800" b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83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4770658" cy="307777"/>
          </a:xfrm>
          <a:prstGeom prst="rect">
            <a:avLst/>
          </a:prstGeom>
          <a:solidFill>
            <a:srgbClr val="37247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</a:rPr>
              <a:t>서비스 개발에 활용한 한국관광공사 </a:t>
            </a:r>
            <a:r>
              <a:rPr lang="en-US" altLang="ko-KR" sz="1400" b="1">
                <a:solidFill>
                  <a:schemeClr val="bg1"/>
                </a:solidFill>
              </a:rPr>
              <a:t>OpenAPI </a:t>
            </a:r>
            <a:r>
              <a:rPr lang="ko-KR" altLang="en-US" sz="1400" b="1">
                <a:solidFill>
                  <a:schemeClr val="bg1"/>
                </a:solidFill>
              </a:rPr>
              <a:t>리스트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16057"/>
              </p:ext>
            </p:extLst>
          </p:nvPr>
        </p:nvGraphicFramePr>
        <p:xfrm>
          <a:off x="174566" y="1646098"/>
          <a:ext cx="11746191" cy="37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4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34747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9081994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rgbClr val="FF0000"/>
                          </a:solidFill>
                        </a:rPr>
                        <a:t>※</a:t>
                      </a:r>
                      <a:r>
                        <a:rPr lang="ko-KR" altLang="en-US" b="0">
                          <a:solidFill>
                            <a:srgbClr val="FF0000"/>
                          </a:solidFill>
                        </a:rPr>
                        <a:t>본 가이드 문구 삭제 후 내용 작성 </a:t>
                      </a:r>
                      <a:r>
                        <a:rPr lang="en-US" altLang="ko-KR" b="0" i="1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0" i="1" smtClean="0">
                          <a:solidFill>
                            <a:schemeClr val="tx1"/>
                          </a:solidFill>
                        </a:rPr>
                        <a:t>작성 예시</a:t>
                      </a:r>
                      <a:r>
                        <a:rPr lang="en-US" altLang="ko-KR" b="0" i="1" smtClean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b="0" i="1" smtClean="0">
                          <a:solidFill>
                            <a:schemeClr val="tx1"/>
                          </a:solidFill>
                        </a:rPr>
                        <a:t>한국관광공사 </a:t>
                      </a:r>
                      <a:r>
                        <a:rPr lang="ko-KR" altLang="en-US" b="0" i="1">
                          <a:solidFill>
                            <a:schemeClr val="tx1"/>
                          </a:solidFill>
                        </a:rPr>
                        <a:t>국문 관광정보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>
                          <a:solidFill>
                            <a:srgbClr val="FF0000"/>
                          </a:solidFill>
                        </a:rPr>
                        <a:t>※</a:t>
                      </a:r>
                      <a:r>
                        <a:rPr lang="ko-KR" altLang="en-US" b="0">
                          <a:solidFill>
                            <a:srgbClr val="FF0000"/>
                          </a:solidFill>
                        </a:rPr>
                        <a:t>본 가이드 문구 삭제 후 내용 작성 </a:t>
                      </a:r>
                      <a:r>
                        <a:rPr lang="en-US" altLang="ko-KR" b="0" i="1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b="0" i="1" smtClean="0">
                          <a:solidFill>
                            <a:schemeClr val="tx1"/>
                          </a:solidFill>
                        </a:rPr>
                        <a:t>작성 예시</a:t>
                      </a:r>
                      <a:r>
                        <a:rPr lang="en-US" altLang="ko-KR" b="0" i="1" smtClean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b="0" i="1" smtClean="0">
                          <a:solidFill>
                            <a:schemeClr val="tx1"/>
                          </a:solidFill>
                        </a:rPr>
                        <a:t>사용자 </a:t>
                      </a:r>
                      <a:r>
                        <a:rPr lang="ko-KR" altLang="en-US" b="0" i="1">
                          <a:solidFill>
                            <a:schemeClr val="tx1"/>
                          </a:solidFill>
                        </a:rPr>
                        <a:t>맞춤 </a:t>
                      </a:r>
                      <a:r>
                        <a:rPr lang="ko-KR" altLang="en-US" b="0" i="1" smtClean="0">
                          <a:solidFill>
                            <a:schemeClr val="tx1"/>
                          </a:solidFill>
                        </a:rPr>
                        <a:t>관광지 정보 </a:t>
                      </a:r>
                      <a:r>
                        <a:rPr lang="ko-KR" altLang="en-US" b="0" i="1">
                          <a:solidFill>
                            <a:schemeClr val="tx1"/>
                          </a:solidFill>
                        </a:rPr>
                        <a:t>제공 시</a:t>
                      </a:r>
                      <a:r>
                        <a:rPr lang="en-US" altLang="ko-KR" b="0" i="1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b="0" i="1">
                          <a:solidFill>
                            <a:schemeClr val="tx1"/>
                          </a:solidFill>
                        </a:rPr>
                        <a:t>활용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1355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8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37247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>
                <a:solidFill>
                  <a:schemeClr val="bg1"/>
                </a:solidFill>
              </a:rPr>
              <a:t>API, </a:t>
            </a:r>
            <a:r>
              <a:rPr lang="ko-KR" altLang="en-US" sz="1400" b="1" err="1">
                <a:solidFill>
                  <a:schemeClr val="bg1"/>
                </a:solidFill>
              </a:rPr>
              <a:t>파일데이터</a:t>
            </a:r>
            <a:endParaRPr lang="ko-KR" altLang="en-US" sz="1400" b="1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134091"/>
              </p:ext>
            </p:extLst>
          </p:nvPr>
        </p:nvGraphicFramePr>
        <p:xfrm>
          <a:off x="174566" y="1646098"/>
          <a:ext cx="11628657" cy="226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74567" y="2402379"/>
            <a:ext cx="11853949" cy="2335876"/>
          </a:xfrm>
          <a:prstGeom prst="rect">
            <a:avLst/>
          </a:prstGeom>
          <a:solidFill>
            <a:schemeClr val="tx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[</a:t>
            </a:r>
            <a:r>
              <a:rPr lang="ko-KR" altLang="en-US"/>
              <a:t>선택 작성 항목</a:t>
            </a:r>
            <a:r>
              <a:rPr lang="en-US" altLang="ko-KR"/>
              <a:t>] </a:t>
            </a:r>
            <a:r>
              <a:rPr lang="ko-KR" altLang="en-US"/>
              <a:t>해당사항 없는 경우</a:t>
            </a:r>
            <a:r>
              <a:rPr lang="en-US" altLang="ko-KR"/>
              <a:t>, </a:t>
            </a:r>
            <a:r>
              <a:rPr lang="ko-KR" altLang="en-US"/>
              <a:t>해당 슬라이드 삭제</a:t>
            </a:r>
            <a:endParaRPr lang="en-US" altLang="ko-KR"/>
          </a:p>
          <a:p>
            <a:pPr algn="ctr"/>
            <a:endParaRPr lang="en-US" altLang="ko-KR"/>
          </a:p>
          <a:p>
            <a:pPr algn="ctr"/>
            <a:r>
              <a:rPr lang="en-US" altLang="ko-KR">
                <a:solidFill>
                  <a:srgbClr val="FF0000"/>
                </a:solidFill>
              </a:rPr>
              <a:t>※ </a:t>
            </a:r>
            <a:r>
              <a:rPr lang="ko-KR" altLang="en-US">
                <a:solidFill>
                  <a:srgbClr val="FF0000"/>
                </a:solidFill>
              </a:rPr>
              <a:t>내용 확인 후</a:t>
            </a:r>
            <a:r>
              <a:rPr lang="en-US" altLang="ko-KR">
                <a:solidFill>
                  <a:srgbClr val="FF0000"/>
                </a:solidFill>
              </a:rPr>
              <a:t>, </a:t>
            </a:r>
            <a:r>
              <a:rPr lang="ko-KR" altLang="en-US">
                <a:solidFill>
                  <a:srgbClr val="FF0000"/>
                </a:solidFill>
              </a:rPr>
              <a:t>본 가이드 박스는 삭제한 후 </a:t>
            </a:r>
            <a:r>
              <a:rPr lang="en-US" altLang="ko-KR">
                <a:solidFill>
                  <a:srgbClr val="FF0000"/>
                </a:solidFill>
              </a:rPr>
              <a:t>PPT </a:t>
            </a:r>
            <a:r>
              <a:rPr lang="ko-KR" altLang="en-US">
                <a:solidFill>
                  <a:srgbClr val="FF0000"/>
                </a:solidFill>
              </a:rPr>
              <a:t>작성</a:t>
            </a:r>
            <a:endParaRPr lang="en-US" altLang="ko-K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205643"/>
              </p:ext>
            </p:extLst>
          </p:nvPr>
        </p:nvGraphicFramePr>
        <p:xfrm>
          <a:off x="287250" y="1218429"/>
          <a:ext cx="11649825" cy="50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 b="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baseline="0">
                          <a:solidFill>
                            <a:schemeClr val="tx1"/>
                          </a:solidFill>
                          <a:latin typeface="+mn-lt"/>
                        </a:rPr>
                        <a:t>개발 서비스만의 특징</a:t>
                      </a:r>
                      <a:r>
                        <a:rPr lang="en-US" altLang="ko-KR" sz="1800" b="0" baseline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800" b="0" baseline="0">
                          <a:solidFill>
                            <a:schemeClr val="tx1"/>
                          </a:solidFill>
                          <a:latin typeface="+mn-lt"/>
                        </a:rPr>
                        <a:t>타 서비스와의 차별점</a:t>
                      </a:r>
                      <a:r>
                        <a:rPr lang="en-US" altLang="ko-KR" sz="1800" b="0" baseline="0">
                          <a:solidFill>
                            <a:schemeClr val="tx1"/>
                          </a:solidFill>
                          <a:latin typeface="+mn-lt"/>
                        </a:rPr>
                        <a:t>/</a:t>
                      </a:r>
                      <a:r>
                        <a:rPr lang="ko-KR" altLang="en-US" sz="1800" b="0" baseline="0">
                          <a:solidFill>
                            <a:schemeClr val="tx1"/>
                          </a:solidFill>
                          <a:latin typeface="+mn-lt"/>
                        </a:rPr>
                        <a:t>독창성 작성</a:t>
                      </a:r>
                      <a:endParaRPr lang="ko-KR" altLang="en-US" sz="18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발전계획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>
                          <a:solidFill>
                            <a:srgbClr val="FF0000"/>
                          </a:solidFill>
                          <a:latin typeface="+mn-lt"/>
                        </a:rPr>
                        <a:t>※ </a:t>
                      </a:r>
                      <a:r>
                        <a:rPr lang="ko-KR" altLang="en-US" sz="1800">
                          <a:solidFill>
                            <a:srgbClr val="FF0000"/>
                          </a:solidFill>
                          <a:latin typeface="+mn-lt"/>
                        </a:rPr>
                        <a:t>본 가이드 문구 삭제 후 내용 작성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aseline="0">
                          <a:latin typeface="+mn-lt"/>
                        </a:rPr>
                        <a:t>개발 서비스의 향후 발전 계획에 대해 작성</a:t>
                      </a:r>
                      <a:endParaRPr lang="ko-KR" altLang="en-US" sz="180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1745</TotalTime>
  <Words>706</Words>
  <Application>Microsoft Office PowerPoint</Application>
  <PresentationFormat>와이드스크린</PresentationFormat>
  <Paragraphs>127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USER</cp:lastModifiedBy>
  <cp:revision>103</cp:revision>
  <dcterms:created xsi:type="dcterms:W3CDTF">2026-07-07T05:25:59Z</dcterms:created>
  <dcterms:modified xsi:type="dcterms:W3CDTF">2026-08-11T04:23:23Z</dcterms:modified>
</cp:coreProperties>
</file>